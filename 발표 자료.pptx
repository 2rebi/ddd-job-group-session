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5"/>
    <p:restoredTop sz="94694"/>
  </p:normalViewPr>
  <p:slideViewPr>
    <p:cSldViewPr snapToGrid="0" snapToObjects="1">
      <p:cViewPr>
        <p:scale>
          <a:sx n="79" d="100"/>
          <a:sy n="79" d="100"/>
        </p:scale>
        <p:origin x="96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C2770-3064-5A47-B553-994E50136C2A}" type="datetimeFigureOut">
              <a:rPr kumimoji="1" lang="ko-KR" altLang="en-US" smtClean="0"/>
              <a:t>2019. 11. 18.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5EE98-60E0-B04B-8CCB-9B60F75153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925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5EE98-60E0-B04B-8CCB-9B60F75153D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519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5EE98-60E0-B04B-8CCB-9B60F75153DB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5484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34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39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73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51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8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56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36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19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75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19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11/18/19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659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hyperlink" Target="https://github.com/RebirthLee/ddd-job-group-sess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eC/Realtime_Multi-Person_Pose_Estimation" TargetMode="External"/><Relationship Id="rId7" Type="http://schemas.openxmlformats.org/officeDocument/2006/relationships/hyperlink" Target="https://github.com/pedroSG94/rtmp-rtsp-stream-client-java" TargetMode="External"/><Relationship Id="rId2" Type="http://schemas.openxmlformats.org/officeDocument/2006/relationships/hyperlink" Target="https://github.com/chanshik/jsmpeg-stream-g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etroby/go-rtmp-server" TargetMode="External"/><Relationship Id="rId5" Type="http://schemas.openxmlformats.org/officeDocument/2006/relationships/hyperlink" Target="http://bit.ly/2QAn2zg" TargetMode="External"/><Relationship Id="rId4" Type="http://schemas.openxmlformats.org/officeDocument/2006/relationships/hyperlink" Target="http://bit.ly/2OlEODU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BB6A8-6E99-4B55-B83F-AA791604A3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b="15730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07F7F3-7ACC-BB48-BE6A-827FAE9AB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1020431"/>
            <a:ext cx="10225530" cy="1475013"/>
          </a:xfrm>
        </p:spPr>
        <p:txBody>
          <a:bodyPr>
            <a:normAutofit/>
          </a:bodyPr>
          <a:lstStyle/>
          <a:p>
            <a:r>
              <a:rPr kumimoji="1" lang="ko-KR" altLang="en-US" sz="4000" dirty="0" err="1">
                <a:solidFill>
                  <a:schemeClr val="tx1"/>
                </a:solidFill>
              </a:rPr>
              <a:t>고언어로</a:t>
            </a:r>
            <a:r>
              <a:rPr kumimoji="1" lang="ko-KR" altLang="en-US" sz="4000" dirty="0">
                <a:solidFill>
                  <a:schemeClr val="tx1"/>
                </a:solidFill>
              </a:rPr>
              <a:t> 간단한 </a:t>
            </a:r>
            <a:br>
              <a:rPr kumimoji="1" lang="en-US" altLang="ko-KR" sz="4000" dirty="0">
                <a:solidFill>
                  <a:schemeClr val="tx1"/>
                </a:solidFill>
              </a:rPr>
            </a:br>
            <a:r>
              <a:rPr kumimoji="1" lang="ko-KR" altLang="en-US" sz="4000" dirty="0">
                <a:solidFill>
                  <a:schemeClr val="tx1"/>
                </a:solidFill>
              </a:rPr>
              <a:t>영상 스트리밍 서버 만들기</a:t>
            </a:r>
          </a:p>
        </p:txBody>
      </p:sp>
    </p:spTree>
    <p:extLst>
      <p:ext uri="{BB962C8B-B14F-4D97-AF65-F5344CB8AC3E}">
        <p14:creationId xmlns:p14="http://schemas.microsoft.com/office/powerpoint/2010/main" val="4177747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8FFF8BA-E008-4068-851C-2CED296AC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C8D936-E6DC-8648-BB95-74AFCB9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4076153" cy="5156642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2800" dirty="0">
                <a:solidFill>
                  <a:schemeClr val="tx2"/>
                </a:solidFill>
              </a:rPr>
              <a:t>영상 스트리밍</a:t>
            </a:r>
            <a:r>
              <a:rPr kumimoji="1" lang="en-US" altLang="ko-KR" sz="2800" dirty="0">
                <a:solidFill>
                  <a:schemeClr val="tx2"/>
                </a:solidFill>
              </a:rPr>
              <a:t>?</a:t>
            </a:r>
            <a:r>
              <a:rPr kumimoji="1" lang="ko-KR" altLang="en-US" sz="2800" dirty="0">
                <a:solidFill>
                  <a:schemeClr val="tx2"/>
                </a:solidFill>
              </a:rPr>
              <a:t> </a:t>
            </a:r>
            <a:br>
              <a:rPr kumimoji="1" lang="en-US" altLang="ko-KR" sz="2800" dirty="0">
                <a:solidFill>
                  <a:schemeClr val="tx2"/>
                </a:solidFill>
              </a:rPr>
            </a:br>
            <a:r>
              <a:rPr kumimoji="1" lang="ko-KR" altLang="en-US" sz="2800" dirty="0">
                <a:solidFill>
                  <a:schemeClr val="tx2"/>
                </a:solidFill>
              </a:rPr>
              <a:t>뭘 말하고 </a:t>
            </a:r>
            <a:br>
              <a:rPr kumimoji="1" lang="en-US" altLang="ko-KR" sz="2800" dirty="0">
                <a:solidFill>
                  <a:schemeClr val="tx2"/>
                </a:solidFill>
              </a:rPr>
            </a:br>
            <a:r>
              <a:rPr kumimoji="1" lang="ko-KR" altLang="en-US" sz="2800" dirty="0">
                <a:solidFill>
                  <a:schemeClr val="tx2"/>
                </a:solidFill>
              </a:rPr>
              <a:t>싶은 거야</a:t>
            </a:r>
            <a:r>
              <a:rPr kumimoji="1" lang="en-US" altLang="ko-KR" sz="2800" dirty="0">
                <a:solidFill>
                  <a:schemeClr val="tx2"/>
                </a:solidFill>
              </a:rPr>
              <a:t>?</a:t>
            </a:r>
            <a:endParaRPr kumimoji="1" lang="ko-KR" altLang="en-US" sz="2800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2B0DA7-13B0-4805-B9BD-9BFACCB23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199"/>
            <a:ext cx="4210812" cy="949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17921-1EF4-488E-A9AA-AC6B7F3CE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6743" y="457201"/>
            <a:ext cx="6834067" cy="94996"/>
          </a:xfrm>
          <a:prstGeom prst="rect">
            <a:avLst/>
          </a:prstGeom>
          <a:solidFill>
            <a:srgbClr val="3C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0B1DBA-3AB5-904E-AF12-6C3F7F82E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743" y="702156"/>
            <a:ext cx="6834065" cy="51566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05646A-3870-B544-81EF-4768B33E6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715" y="3694121"/>
            <a:ext cx="3784600" cy="1397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C25841-C160-2E4E-AF3E-1D2BF2E2F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715" y="1265938"/>
            <a:ext cx="3374120" cy="18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9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FFF8BA-E008-4068-851C-2CED296AC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1E7F4C8-8706-0D43-9045-C121673D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4076153" cy="5156642"/>
          </a:xfrm>
        </p:spPr>
        <p:txBody>
          <a:bodyPr anchor="ctr">
            <a:normAutofit/>
          </a:bodyPr>
          <a:lstStyle/>
          <a:p>
            <a:pPr algn="ctr"/>
            <a:r>
              <a:rPr kumimoji="1" lang="ko-KR" altLang="en-US" sz="3200" dirty="0">
                <a:solidFill>
                  <a:schemeClr val="tx2"/>
                </a:solidFill>
              </a:rPr>
              <a:t>뭘로 전송하지</a:t>
            </a:r>
            <a:r>
              <a:rPr kumimoji="1" lang="en-US" altLang="ko-KR" sz="3200" dirty="0">
                <a:solidFill>
                  <a:schemeClr val="tx2"/>
                </a:solidFill>
              </a:rPr>
              <a:t>?</a:t>
            </a:r>
            <a:endParaRPr kumimoji="1"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B0DA7-13B0-4805-B9BD-9BFACCB23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199"/>
            <a:ext cx="4210812" cy="949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D17921-1EF4-488E-A9AA-AC6B7F3CE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6743" y="457201"/>
            <a:ext cx="6834067" cy="94996"/>
          </a:xfrm>
          <a:prstGeom prst="rect">
            <a:avLst/>
          </a:prstGeom>
          <a:solidFill>
            <a:srgbClr val="3C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3595666-8722-174F-B577-E85CEB79A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6269" y="1489541"/>
            <a:ext cx="1905000" cy="13335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5E61245-C7B7-AD48-8E56-6B494F51441D}"/>
              </a:ext>
            </a:extLst>
          </p:cNvPr>
          <p:cNvSpPr/>
          <p:nvPr/>
        </p:nvSpPr>
        <p:spPr>
          <a:xfrm>
            <a:off x="9264595" y="3186819"/>
            <a:ext cx="139583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RTMP</a:t>
            </a:r>
            <a:endParaRPr lang="en-US" altLang="ko-KR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06A68C-3AE9-F249-B4A1-0C5CEF9437CD}"/>
              </a:ext>
            </a:extLst>
          </p:cNvPr>
          <p:cNvSpPr/>
          <p:nvPr/>
        </p:nvSpPr>
        <p:spPr>
          <a:xfrm>
            <a:off x="6721205" y="3760385"/>
            <a:ext cx="101181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HLS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521C75-6A9E-A440-AA48-117CF6557CAD}"/>
              </a:ext>
            </a:extLst>
          </p:cNvPr>
          <p:cNvSpPr/>
          <p:nvPr/>
        </p:nvSpPr>
        <p:spPr>
          <a:xfrm>
            <a:off x="8715758" y="1829201"/>
            <a:ext cx="124675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RTSP</a:t>
            </a:r>
            <a:endParaRPr lang="en-US" altLang="ko-KR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0329B29-1AFF-C643-ACA2-A78A66088203}"/>
              </a:ext>
            </a:extLst>
          </p:cNvPr>
          <p:cNvSpPr/>
          <p:nvPr/>
        </p:nvSpPr>
        <p:spPr>
          <a:xfrm>
            <a:off x="8715758" y="4699243"/>
            <a:ext cx="9870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RTP</a:t>
            </a:r>
          </a:p>
        </p:txBody>
      </p:sp>
    </p:spTree>
    <p:extLst>
      <p:ext uri="{BB962C8B-B14F-4D97-AF65-F5344CB8AC3E}">
        <p14:creationId xmlns:p14="http://schemas.microsoft.com/office/powerpoint/2010/main" val="94810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FFF8BA-E008-4068-851C-2CED296AC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728007-AA56-4E49-8BA0-99A33ACB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4076153" cy="5156642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왜 </a:t>
            </a:r>
            <a:r>
              <a:rPr lang="en-US" altLang="ko-KR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RTMP?</a:t>
            </a:r>
            <a:endParaRPr kumimoji="1" lang="ko-KR" altLang="en-US" sz="4400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B0DA7-13B0-4805-B9BD-9BFACCB23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199"/>
            <a:ext cx="4210812" cy="949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D17921-1EF4-488E-A9AA-AC6B7F3CE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6743" y="457201"/>
            <a:ext cx="6834067" cy="94996"/>
          </a:xfrm>
          <a:prstGeom prst="rect">
            <a:avLst/>
          </a:prstGeom>
          <a:solidFill>
            <a:srgbClr val="3C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C50B603D-D410-0B4B-B2EA-FE3C77A5C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6788" y="1358454"/>
            <a:ext cx="6834187" cy="384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1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내용 개체 틀 8">
            <a:extLst>
              <a:ext uri="{FF2B5EF4-FFF2-40B4-BE49-F238E27FC236}">
                <a16:creationId xmlns:a16="http://schemas.microsoft.com/office/drawing/2014/main" id="{8E2BEF1B-2DAD-E948-9113-E14964ED2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533" y="666475"/>
            <a:ext cx="2417835" cy="13600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BA6B4ED-7E99-BF42-BF11-102F1127B130}"/>
              </a:ext>
            </a:extLst>
          </p:cNvPr>
          <p:cNvSpPr/>
          <p:nvPr/>
        </p:nvSpPr>
        <p:spPr>
          <a:xfrm>
            <a:off x="889332" y="3758154"/>
            <a:ext cx="1309816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원본 영상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64FD88-31CA-8F43-BE59-A79AA4BC683E}"/>
              </a:ext>
            </a:extLst>
          </p:cNvPr>
          <p:cNvSpPr/>
          <p:nvPr/>
        </p:nvSpPr>
        <p:spPr>
          <a:xfrm>
            <a:off x="2754927" y="375815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라이브 </a:t>
            </a:r>
            <a:r>
              <a:rPr kumimoji="1" lang="ko-KR" altLang="en-US" dirty="0" err="1"/>
              <a:t>인코딩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(OBS</a:t>
            </a:r>
            <a:r>
              <a:rPr kumimoji="1" lang="ko-KR" altLang="en-US" dirty="0"/>
              <a:t> 등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3F4900-DF7D-BF47-BD3A-84CE78B2AAC5}"/>
              </a:ext>
            </a:extLst>
          </p:cNvPr>
          <p:cNvSpPr/>
          <p:nvPr/>
        </p:nvSpPr>
        <p:spPr>
          <a:xfrm>
            <a:off x="5243283" y="375815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브로드캐스팅</a:t>
            </a:r>
            <a:r>
              <a:rPr kumimoji="1" lang="ko-KR" altLang="en-US" dirty="0"/>
              <a:t> 서버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B6BEC8-51AA-DF49-9505-EE55BD68449A}"/>
              </a:ext>
            </a:extLst>
          </p:cNvPr>
          <p:cNvSpPr/>
          <p:nvPr/>
        </p:nvSpPr>
        <p:spPr>
          <a:xfrm>
            <a:off x="5198757" y="5290393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CDN</a:t>
            </a:r>
            <a:endParaRPr kumimoji="1"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51BE85-6CCD-3745-9C4C-1E9C610D51B5}"/>
              </a:ext>
            </a:extLst>
          </p:cNvPr>
          <p:cNvSpPr/>
          <p:nvPr/>
        </p:nvSpPr>
        <p:spPr>
          <a:xfrm>
            <a:off x="7593546" y="375815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영상 플레이어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B52A10-D3B9-7F45-8ED5-F80A3FDD011A}"/>
              </a:ext>
            </a:extLst>
          </p:cNvPr>
          <p:cNvSpPr/>
          <p:nvPr/>
        </p:nvSpPr>
        <p:spPr>
          <a:xfrm>
            <a:off x="9809019" y="375815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시청자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050E78A-B9C3-964E-B82A-D292823061EB}"/>
              </a:ext>
            </a:extLst>
          </p:cNvPr>
          <p:cNvSpPr/>
          <p:nvPr/>
        </p:nvSpPr>
        <p:spPr>
          <a:xfrm>
            <a:off x="5198757" y="213818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Storage Server</a:t>
            </a:r>
            <a:endParaRPr kumimoji="1" lang="ko-KR" altLang="en-US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07A6DF9-608E-2644-B6A4-8557DAF08076}"/>
              </a:ext>
            </a:extLst>
          </p:cNvPr>
          <p:cNvCxnSpPr>
            <a:cxnSpLocks/>
          </p:cNvCxnSpPr>
          <p:nvPr/>
        </p:nvCxnSpPr>
        <p:spPr>
          <a:xfrm>
            <a:off x="1751779" y="3282715"/>
            <a:ext cx="1309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AD47BEF-CBA1-634F-AC9D-C3CEB0DA4C3E}"/>
              </a:ext>
            </a:extLst>
          </p:cNvPr>
          <p:cNvCxnSpPr>
            <a:cxnSpLocks/>
          </p:cNvCxnSpPr>
          <p:nvPr/>
        </p:nvCxnSpPr>
        <p:spPr>
          <a:xfrm>
            <a:off x="8879867" y="3244185"/>
            <a:ext cx="1309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0DE3E7-CB63-DB41-8C0E-B0091BC213B3}"/>
              </a:ext>
            </a:extLst>
          </p:cNvPr>
          <p:cNvSpPr txBox="1"/>
          <p:nvPr/>
        </p:nvSpPr>
        <p:spPr>
          <a:xfrm>
            <a:off x="1823835" y="2893332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진행 방향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1C6395-26E9-CE49-AA14-DF36F255825D}"/>
              </a:ext>
            </a:extLst>
          </p:cNvPr>
          <p:cNvSpPr txBox="1"/>
          <p:nvPr/>
        </p:nvSpPr>
        <p:spPr>
          <a:xfrm>
            <a:off x="8951923" y="289131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진행 방향</a:t>
            </a:r>
          </a:p>
        </p:txBody>
      </p:sp>
    </p:spTree>
    <p:extLst>
      <p:ext uri="{BB962C8B-B14F-4D97-AF65-F5344CB8AC3E}">
        <p14:creationId xmlns:p14="http://schemas.microsoft.com/office/powerpoint/2010/main" val="2706639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C14C57-75A1-7844-A018-CC0D325D5491}"/>
              </a:ext>
            </a:extLst>
          </p:cNvPr>
          <p:cNvSpPr/>
          <p:nvPr/>
        </p:nvSpPr>
        <p:spPr>
          <a:xfrm>
            <a:off x="889332" y="3758154"/>
            <a:ext cx="1309816" cy="10008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원본 영상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AF411-E302-C64F-ADF3-D6F78C6596B9}"/>
              </a:ext>
            </a:extLst>
          </p:cNvPr>
          <p:cNvSpPr/>
          <p:nvPr/>
        </p:nvSpPr>
        <p:spPr>
          <a:xfrm>
            <a:off x="2754927" y="3758154"/>
            <a:ext cx="1794484" cy="10008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라이브 </a:t>
            </a:r>
            <a:r>
              <a:rPr kumimoji="1" lang="ko-KR" altLang="en-US" dirty="0" err="1">
                <a:solidFill>
                  <a:schemeClr val="tx1"/>
                </a:solidFill>
              </a:rPr>
              <a:t>인코딩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(RTMP)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D628AA-FE26-A341-B6A6-CEAAD71A5E46}"/>
              </a:ext>
            </a:extLst>
          </p:cNvPr>
          <p:cNvSpPr/>
          <p:nvPr/>
        </p:nvSpPr>
        <p:spPr>
          <a:xfrm>
            <a:off x="5243283" y="375815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브로드캐스팅</a:t>
            </a:r>
            <a:r>
              <a:rPr kumimoji="1" lang="ko-KR" altLang="en-US" dirty="0"/>
              <a:t> 서버</a:t>
            </a:r>
            <a:br>
              <a:rPr kumimoji="1" lang="en-US" altLang="ko-KR" dirty="0"/>
            </a:br>
            <a:r>
              <a:rPr kumimoji="1" lang="en-US" altLang="ko-KR" dirty="0"/>
              <a:t>(RTMP)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6728DC-2AB4-3540-8E06-0EFABB5C8DD4}"/>
              </a:ext>
            </a:extLst>
          </p:cNvPr>
          <p:cNvSpPr/>
          <p:nvPr/>
        </p:nvSpPr>
        <p:spPr>
          <a:xfrm>
            <a:off x="5198757" y="5290393"/>
            <a:ext cx="1794484" cy="10008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1">
                    <a:lumMod val="85000"/>
                  </a:schemeClr>
                </a:solidFill>
              </a:rPr>
              <a:t>CDN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7FB369-0CFD-5542-944D-111A70069F86}"/>
              </a:ext>
            </a:extLst>
          </p:cNvPr>
          <p:cNvSpPr/>
          <p:nvPr/>
        </p:nvSpPr>
        <p:spPr>
          <a:xfrm>
            <a:off x="7593546" y="375815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영상 플레이어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D1F4FD-8AAA-EF49-9471-DBAEB70E1E59}"/>
              </a:ext>
            </a:extLst>
          </p:cNvPr>
          <p:cNvSpPr/>
          <p:nvPr/>
        </p:nvSpPr>
        <p:spPr>
          <a:xfrm>
            <a:off x="9809019" y="3758154"/>
            <a:ext cx="1794484" cy="1000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시청자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C08361-3CD6-3643-8F64-182131D56A85}"/>
              </a:ext>
            </a:extLst>
          </p:cNvPr>
          <p:cNvSpPr/>
          <p:nvPr/>
        </p:nvSpPr>
        <p:spPr>
          <a:xfrm>
            <a:off x="5198757" y="2138184"/>
            <a:ext cx="1794484" cy="10008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1">
                    <a:lumMod val="85000"/>
                  </a:schemeClr>
                </a:solidFill>
              </a:rPr>
              <a:t>Storage Server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4E370C2-42A2-5B4C-9F44-3C0663F498E4}"/>
              </a:ext>
            </a:extLst>
          </p:cNvPr>
          <p:cNvCxnSpPr>
            <a:cxnSpLocks/>
          </p:cNvCxnSpPr>
          <p:nvPr/>
        </p:nvCxnSpPr>
        <p:spPr>
          <a:xfrm>
            <a:off x="1751779" y="3282715"/>
            <a:ext cx="1309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222BBF4-0957-6B4A-AB6B-50656FB8BB3C}"/>
              </a:ext>
            </a:extLst>
          </p:cNvPr>
          <p:cNvCxnSpPr>
            <a:cxnSpLocks/>
          </p:cNvCxnSpPr>
          <p:nvPr/>
        </p:nvCxnSpPr>
        <p:spPr>
          <a:xfrm>
            <a:off x="8879867" y="3244185"/>
            <a:ext cx="1309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FA5E27-B94E-3549-A79E-85CEBBF7EC8D}"/>
              </a:ext>
            </a:extLst>
          </p:cNvPr>
          <p:cNvSpPr txBox="1"/>
          <p:nvPr/>
        </p:nvSpPr>
        <p:spPr>
          <a:xfrm>
            <a:off x="1823835" y="2893332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진행 방향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89AFD-400E-D94A-BE2A-3FE48956877F}"/>
              </a:ext>
            </a:extLst>
          </p:cNvPr>
          <p:cNvSpPr txBox="1"/>
          <p:nvPr/>
        </p:nvSpPr>
        <p:spPr>
          <a:xfrm>
            <a:off x="8951923" y="289131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진행 방향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05BDF83B-D58F-D047-804E-7F63FD6C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479" y="710897"/>
            <a:ext cx="3084690" cy="77283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ko-KR" alt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구현 할 부분</a:t>
            </a:r>
            <a:endParaRPr kumimoji="1" lang="ko-KR" altLang="en-US" sz="4400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345479-70D7-3147-8F16-1A01E7417BC0}"/>
              </a:ext>
            </a:extLst>
          </p:cNvPr>
          <p:cNvSpPr txBox="1"/>
          <p:nvPr/>
        </p:nvSpPr>
        <p:spPr>
          <a:xfrm>
            <a:off x="1751779" y="4885692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안드로이드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D3FCDE-8119-5943-B031-68502CE7B47A}"/>
              </a:ext>
            </a:extLst>
          </p:cNvPr>
          <p:cNvSpPr txBox="1"/>
          <p:nvPr/>
        </p:nvSpPr>
        <p:spPr>
          <a:xfrm>
            <a:off x="5612533" y="484005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Golang</a:t>
            </a:r>
            <a:endParaRPr kumimoji="1"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0A584B-0BEC-DF49-9F87-F3FAE4F26DCF}"/>
              </a:ext>
            </a:extLst>
          </p:cNvPr>
          <p:cNvSpPr txBox="1"/>
          <p:nvPr/>
        </p:nvSpPr>
        <p:spPr>
          <a:xfrm>
            <a:off x="8796566" y="4840056"/>
            <a:ext cx="164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Web, Browser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562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2F745E8-EE66-2F4C-AB5F-400EEF3D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701" y="4848829"/>
            <a:ext cx="10296521" cy="772831"/>
          </a:xfrm>
        </p:spPr>
        <p:txBody>
          <a:bodyPr anchor="ctr">
            <a:noAutofit/>
          </a:bodyPr>
          <a:lstStyle/>
          <a:p>
            <a:pPr algn="ctr"/>
            <a:r>
              <a:rPr kumimoji="1" lang="ko-KR" altLang="en-US" sz="2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구현 코드 저장소</a:t>
            </a:r>
            <a:r>
              <a:rPr kumimoji="1" lang="en-US" altLang="ko-KR" sz="2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kumimoji="1" lang="ko-KR" altLang="en-US" sz="2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개선 중</a:t>
            </a:r>
            <a:r>
              <a:rPr kumimoji="1" lang="en-US" altLang="ko-KR" sz="2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r>
              <a:rPr kumimoji="1" lang="ko-KR" altLang="en-US" sz="2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ko-KR" sz="2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kumimoji="1" lang="ko-KR" altLang="en-US" sz="2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" altLang="ko-KR" sz="2400" cap="none" dirty="0">
                <a:hlinkClick r:id="rId2"/>
              </a:rPr>
              <a:t>github.com/rebirthlee/ddd-job-group-session</a:t>
            </a:r>
            <a:endParaRPr kumimoji="1" lang="ko-KR" altLang="en-US" sz="2400" dirty="0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79EA56-8666-364C-A02C-B05197AFA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958" y="1230014"/>
            <a:ext cx="3252531" cy="29374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21CF5C-E85D-1444-B837-403B43AD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642" y="1616514"/>
            <a:ext cx="2164443" cy="216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98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8FFF8BA-E008-4068-851C-2CED296AC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2B0DA7-13B0-4805-B9BD-9BFACCB23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199"/>
            <a:ext cx="4210812" cy="949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17921-1EF4-488E-A9AA-AC6B7F3CE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6743" y="457201"/>
            <a:ext cx="6834067" cy="94996"/>
          </a:xfrm>
          <a:prstGeom prst="rect">
            <a:avLst/>
          </a:prstGeom>
          <a:solidFill>
            <a:srgbClr val="3C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34274B-25D5-3247-AA4B-0A01F152E70E}"/>
              </a:ext>
            </a:extLst>
          </p:cNvPr>
          <p:cNvSpPr/>
          <p:nvPr/>
        </p:nvSpPr>
        <p:spPr>
          <a:xfrm>
            <a:off x="565931" y="2967335"/>
            <a:ext cx="42108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아쉬운 점</a:t>
            </a:r>
            <a:endParaRPr lang="ko-KR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F4F999-96CE-8346-9E50-6BB00889DB47}"/>
              </a:ext>
            </a:extLst>
          </p:cNvPr>
          <p:cNvSpPr/>
          <p:nvPr/>
        </p:nvSpPr>
        <p:spPr>
          <a:xfrm>
            <a:off x="4792002" y="2119741"/>
            <a:ext cx="6834067" cy="29546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HLS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의 </a:t>
            </a:r>
            <a:r>
              <a:rPr lang="ko-KR" alt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미구현</a:t>
            </a: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AutoNum type="arabicPeriod"/>
            </a:pP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비디오 데이터 받는 부분에서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Realtime Multi-Person Pose Estimation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의 </a:t>
            </a:r>
            <a:r>
              <a:rPr lang="ko-KR" alt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미구현</a:t>
            </a: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프로토콜의 이해도</a:t>
            </a: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396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479093-A33C-EE40-A37B-3DB9E76C22DF}"/>
              </a:ext>
            </a:extLst>
          </p:cNvPr>
          <p:cNvSpPr txBox="1">
            <a:spLocks/>
          </p:cNvSpPr>
          <p:nvPr/>
        </p:nvSpPr>
        <p:spPr>
          <a:xfrm>
            <a:off x="567479" y="710897"/>
            <a:ext cx="3084690" cy="772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ko-KR" altLang="en-US" sz="4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참고 자료</a:t>
            </a:r>
            <a:endParaRPr kumimoji="1" lang="ko-KR" altLang="en-US" sz="44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48021-C2EC-1B4A-91A3-3E5A8B76B138}"/>
              </a:ext>
            </a:extLst>
          </p:cNvPr>
          <p:cNvSpPr txBox="1"/>
          <p:nvPr/>
        </p:nvSpPr>
        <p:spPr>
          <a:xfrm>
            <a:off x="930729" y="1877786"/>
            <a:ext cx="9338134" cy="3346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" altLang="ko-KR" dirty="0">
                <a:hlinkClick r:id="rId2"/>
              </a:rPr>
              <a:t>https://github.com/chanshik/jsmpeg-stream-go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초기 서버 계획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" altLang="ko-KR" dirty="0">
                <a:hlinkClick r:id="rId3"/>
              </a:rPr>
              <a:t>https://github.com/ZheC/Realtime_Multi-Person_Pose_Estimation</a:t>
            </a:r>
            <a:r>
              <a:rPr lang="ko-KR" altLang="en-US" dirty="0"/>
              <a:t> </a:t>
            </a:r>
            <a:r>
              <a:rPr lang="en-US" altLang="ko-KR" dirty="0"/>
              <a:t>(Pose Estimation)</a:t>
            </a:r>
            <a:endParaRPr kumimoji="1" lang="en-US" altLang="ko-KR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kumimoji="1" lang="en-US" altLang="ko-KR" dirty="0">
                <a:hlinkClick r:id="rId4"/>
              </a:rPr>
              <a:t>http://bit.ly/2OlEODU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대중 적인 방송용 프로토콜 조사</a:t>
            </a:r>
            <a:r>
              <a:rPr kumimoji="1" lang="en-US" altLang="ko-KR" dirty="0"/>
              <a:t>)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kumimoji="1" lang="en-US" altLang="ko-KR" dirty="0">
                <a:hlinkClick r:id="rId5"/>
              </a:rPr>
              <a:t>http://bit.ly/2QAn2zg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트위치</a:t>
            </a:r>
            <a:r>
              <a:rPr kumimoji="1" lang="ko-KR" altLang="en-US" dirty="0"/>
              <a:t> 기술 스택</a:t>
            </a:r>
            <a:r>
              <a:rPr kumimoji="1" lang="en-US" altLang="ko-KR" dirty="0"/>
              <a:t>)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" altLang="ko-KR" dirty="0">
                <a:hlinkClick r:id="rId6"/>
              </a:rPr>
              <a:t>https://github.com/netroby/go-rtmp-server</a:t>
            </a:r>
            <a:r>
              <a:rPr lang="ko-KR" altLang="en-US" dirty="0"/>
              <a:t> </a:t>
            </a:r>
            <a:r>
              <a:rPr lang="en-US" altLang="ko-KR" dirty="0"/>
              <a:t>(RTMP </a:t>
            </a:r>
            <a:r>
              <a:rPr lang="ko-KR" altLang="en-US" dirty="0"/>
              <a:t>서버 관련 예제</a:t>
            </a:r>
            <a:r>
              <a:rPr lang="en-US" altLang="ko-KR" dirty="0"/>
              <a:t>)</a:t>
            </a:r>
            <a:endParaRPr lang="en" altLang="ko-KR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" altLang="ko-KR" dirty="0">
                <a:hlinkClick r:id="rId7"/>
              </a:rPr>
              <a:t>https://github.com/pedroSG94/rtmp-rtsp-stream-client-java</a:t>
            </a:r>
            <a:r>
              <a:rPr lang="ko-KR" altLang="en-US" dirty="0"/>
              <a:t> </a:t>
            </a:r>
            <a:r>
              <a:rPr lang="en-US" altLang="ko-KR" dirty="0"/>
              <a:t>(RTMP</a:t>
            </a:r>
            <a:r>
              <a:rPr lang="ko-KR" altLang="en-US" dirty="0"/>
              <a:t> 클라이언트 예제</a:t>
            </a:r>
            <a:r>
              <a:rPr lang="en-US" altLang="ko-KR" dirty="0"/>
              <a:t>)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3166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18E77D0-F6FA-5441-89A2-608BEDACF54E}"/>
              </a:ext>
            </a:extLst>
          </p:cNvPr>
          <p:cNvSpPr txBox="1">
            <a:spLocks/>
          </p:cNvSpPr>
          <p:nvPr/>
        </p:nvSpPr>
        <p:spPr>
          <a:xfrm>
            <a:off x="567478" y="710897"/>
            <a:ext cx="3939207" cy="772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ko-KR" altLang="en-US" sz="4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추가 예정 목록</a:t>
            </a:r>
            <a:endParaRPr kumimoji="1" lang="ko-KR" altLang="en-US" sz="4400" dirty="0">
              <a:solidFill>
                <a:schemeClr val="tx2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D5E4B4-8957-544B-A996-9906BFBBEBB5}"/>
              </a:ext>
            </a:extLst>
          </p:cNvPr>
          <p:cNvSpPr/>
          <p:nvPr/>
        </p:nvSpPr>
        <p:spPr>
          <a:xfrm>
            <a:off x="567478" y="1645984"/>
            <a:ext cx="1117798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WebRTC, RTSP, RTMP, HLS, RTP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등 각 프로토콜 정의</a:t>
            </a: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각 프로토콜 구조 및 비교 차트</a:t>
            </a: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64965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">
      <a:dk1>
        <a:srgbClr val="000000"/>
      </a:dk1>
      <a:lt1>
        <a:srgbClr val="FFFFFF"/>
      </a:lt1>
      <a:dk2>
        <a:srgbClr val="243641"/>
      </a:dk2>
      <a:lt2>
        <a:srgbClr val="E8E2E6"/>
      </a:lt2>
      <a:accent1>
        <a:srgbClr val="21B75D"/>
      </a:accent1>
      <a:accent2>
        <a:srgbClr val="14B597"/>
      </a:accent2>
      <a:accent3>
        <a:srgbClr val="24AED7"/>
      </a:accent3>
      <a:accent4>
        <a:srgbClr val="175AD5"/>
      </a:accent4>
      <a:accent5>
        <a:srgbClr val="5046EA"/>
      </a:accent5>
      <a:accent6>
        <a:srgbClr val="8231DA"/>
      </a:accent6>
      <a:hlink>
        <a:srgbClr val="C55297"/>
      </a:hlink>
      <a:folHlink>
        <a:srgbClr val="7F7F7F"/>
      </a:folHlink>
    </a:clrScheme>
    <a:fontScheme name="Dividend">
      <a:majorFont>
        <a:latin typeface="Avenir Next LT Pro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224</Words>
  <Application>Microsoft Macintosh PowerPoint</Application>
  <PresentationFormat>와이드스크린</PresentationFormat>
  <Paragraphs>49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Avenir Next LT Pro</vt:lpstr>
      <vt:lpstr>Wingdings 2</vt:lpstr>
      <vt:lpstr>DividendVTI</vt:lpstr>
      <vt:lpstr>고언어로 간단한  영상 스트리밍 서버 만들기</vt:lpstr>
      <vt:lpstr>영상 스트리밍?  뭘 말하고  싶은 거야?</vt:lpstr>
      <vt:lpstr>뭘로 전송하지?</vt:lpstr>
      <vt:lpstr>왜 RTMP?</vt:lpstr>
      <vt:lpstr>PowerPoint 프레젠테이션</vt:lpstr>
      <vt:lpstr>구현 할 부분</vt:lpstr>
      <vt:lpstr>구현 코드 저장소(개선 중) : github.com/rebirthlee/ddd-job-group-session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고언어로 간단한  영상 스트리밍 서버 만들기</dc:title>
  <dc:creator>lee jaeseong</dc:creator>
  <cp:lastModifiedBy>lee jaeseong</cp:lastModifiedBy>
  <cp:revision>3</cp:revision>
  <dcterms:created xsi:type="dcterms:W3CDTF">2019-11-18T11:20:40Z</dcterms:created>
  <dcterms:modified xsi:type="dcterms:W3CDTF">2019-11-18T11:25:19Z</dcterms:modified>
</cp:coreProperties>
</file>